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p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p3s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p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p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p7c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p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-p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-p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-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-p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-p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-p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-p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-p1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-p1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-p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-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-p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-clo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